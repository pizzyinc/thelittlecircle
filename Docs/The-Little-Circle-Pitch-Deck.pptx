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3448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0" y="137160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5715000" y="1828800"/>
            <a:ext cx="164592" cy="164592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6309360" y="1828800"/>
            <a:ext cx="164592" cy="164592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0" y="3017520"/>
            <a:ext cx="12188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Little Circle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0" y="374904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D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companion that tells you what's real.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0" y="62179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thelittlecircle.com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can't tell what's real anymore.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560320"/>
            <a:ext cx="3474720" cy="2011680"/>
          </a:xfrm>
          <a:prstGeom prst="roundRect">
            <a:avLst>
              <a:gd name="adj" fmla="val 6818"/>
            </a:avLst>
          </a:prstGeom>
          <a:solidFill>
            <a:srgbClr val="2C2C2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74320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D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6616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people have seen AI content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thought was real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89120" y="2560320"/>
            <a:ext cx="3474720" cy="2011680"/>
          </a:xfrm>
          <a:prstGeom prst="roundRect">
            <a:avLst>
              <a:gd name="adj" fmla="val 6818"/>
            </a:avLst>
          </a:prstGeom>
          <a:solidFill>
            <a:srgbClr val="2C2C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389120" y="274320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D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500%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356616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 in deepfakes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last 2 years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2560320"/>
            <a:ext cx="3474720" cy="2011680"/>
          </a:xfrm>
          <a:prstGeom prst="roundRect">
            <a:avLst>
              <a:gd name="adj" fmla="val 6818"/>
            </a:avLst>
          </a:prstGeom>
          <a:solidFill>
            <a:srgbClr val="2C2C2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138160" y="274320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D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4.7B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356616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media users exposed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AI content daily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9377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AI-generated images, videos, voices, and text are </a:t>
            </a:r>
            <a:r>
              <a:rPr lang="en-US" sz="1600" dirty="0" smtClean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everywhere, </a:t>
            </a:r>
            <a:r>
              <a:rPr lang="en-US" sz="1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media, news, dating apps, business communications. People are getting fooled daily, and it's only getting worse.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tap to know.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Little Circle is an AI detection </a:t>
            </a:r>
            <a:r>
              <a:rPr lang="en-US" sz="1800" dirty="0" smtClean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companion </a:t>
            </a: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floating circle that lives on your screen. Tap it, and it tells you instantly if what you're seeing is AI-generated.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291840"/>
            <a:ext cx="228600" cy="228600"/>
          </a:xfrm>
          <a:prstGeom prst="ellipse">
            <a:avLst/>
          </a:prstGeom>
          <a:solidFill>
            <a:srgbClr val="34C75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3246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on any </a:t>
            </a:r>
            <a:r>
              <a:rPr lang="en-US" sz="1600" dirty="0" smtClean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content: </a:t>
            </a: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images, video, text, audio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840480"/>
            <a:ext cx="228600" cy="228600"/>
          </a:xfrm>
          <a:prstGeom prst="ellipse">
            <a:avLst/>
          </a:prstGeom>
          <a:solidFill>
            <a:srgbClr val="34C75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3794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there, never in the way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4389120"/>
            <a:ext cx="228600" cy="228600"/>
          </a:xfrm>
          <a:prstGeom prst="ellipse">
            <a:avLst/>
          </a:prstGeom>
          <a:solidFill>
            <a:srgbClr val="34C75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05840" y="4343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account syncs across all your devices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0" y="731520"/>
            <a:ext cx="4572000" cy="548640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58400" y="4846320"/>
            <a:ext cx="822960" cy="822960"/>
          </a:xfrm>
          <a:prstGeom prst="ellipse">
            <a:avLst/>
          </a:prstGeom>
          <a:solidFill>
            <a:srgbClr val="FFD4C4"/>
          </a:solidFill>
          <a:ln/>
          <a:effectLst>
            <a:outerShdw blurRad="101600" dist="254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0241280" y="5120640"/>
            <a:ext cx="109728" cy="109728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4" name="Shape 12"/>
          <p:cNvSpPr/>
          <p:nvPr/>
        </p:nvSpPr>
        <p:spPr>
          <a:xfrm>
            <a:off x="10588752" y="5120640"/>
            <a:ext cx="109728" cy="109728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0" y="274320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there.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tap.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Simple. Seamless. Smart.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920240" y="2103120"/>
            <a:ext cx="731520" cy="731520"/>
          </a:xfrm>
          <a:prstGeom prst="ellipse">
            <a:avLst/>
          </a:prstGeom>
          <a:solidFill>
            <a:srgbClr val="FFD4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920240" y="214884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089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Something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6576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scrolling your feed and spot content that might be AI.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0" y="2103120"/>
            <a:ext cx="731520" cy="731520"/>
          </a:xfrm>
          <a:prstGeom prst="ellipse">
            <a:avLst/>
          </a:prstGeom>
          <a:solidFill>
            <a:srgbClr val="FFD4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0" y="214884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31089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Circle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36576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tap on your companion. It scans what you're viewing.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418320" y="2103120"/>
            <a:ext cx="731520" cy="731520"/>
          </a:xfrm>
          <a:prstGeom prst="ellipse">
            <a:avLst/>
          </a:prstGeom>
          <a:solidFill>
            <a:srgbClr val="FFD4C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418320" y="214884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31089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Instantly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36576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or Real? You get the verdict in under 2 seconds.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93192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600" dirty="0"/>
          </a:p>
        </p:txBody>
      </p:sp>
      <p:sp>
        <p:nvSpPr>
          <p:cNvPr id="18" name="Shape 16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53035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🎯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58521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Proximity Detection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749040" y="53035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👁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3749040" y="58521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Eye Tracking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53035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🗣</a:t>
            </a:r>
            <a:endParaRPr lang="en-US" sz="28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0" y="58521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Commands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418320" y="53035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📱</a:t>
            </a:r>
            <a:endParaRPr lang="en-US" sz="2800" dirty="0"/>
          </a:p>
        </p:txBody>
      </p:sp>
      <p:sp>
        <p:nvSpPr>
          <p:cNvPr id="26" name="Text 24"/>
          <p:cNvSpPr txBox="1"/>
          <p:nvPr/>
        </p:nvSpPr>
        <p:spPr>
          <a:xfrm>
            <a:off x="9418320" y="58521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Cross-Device Sync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with a phone needs this.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74720" cy="2560320"/>
          </a:xfrm>
          <a:prstGeom prst="roundRect">
            <a:avLst>
              <a:gd name="adj" fmla="val 5357"/>
            </a:avLst>
          </a:prstGeom>
          <a:solidFill>
            <a:srgbClr val="2C2C2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37744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D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$47B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4904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digital trust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safety market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0" y="2103120"/>
            <a:ext cx="3474720" cy="2560320"/>
          </a:xfrm>
          <a:prstGeom prst="roundRect">
            <a:avLst>
              <a:gd name="adj" fmla="val 5357"/>
            </a:avLst>
          </a:prstGeom>
          <a:solidFill>
            <a:srgbClr val="2C2C2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389120" y="237744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D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$8.2B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32918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74904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AI detection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verification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2103120"/>
            <a:ext cx="3474720" cy="2560320"/>
          </a:xfrm>
          <a:prstGeom prst="roundRect">
            <a:avLst>
              <a:gd name="adj" fmla="val 5357"/>
            </a:avLst>
          </a:prstGeom>
          <a:solidFill>
            <a:srgbClr val="2C2C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138160" y="237744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D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$850M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32918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74904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Mobile-first AI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apps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1206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content detection market is projected to grow 34% CAGR through 2030 as synthetic media becomes indistinguishable from reality.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Freemium with clear upgrade path.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474720" cy="3931920"/>
          </a:xfrm>
          <a:prstGeom prst="roundRect">
            <a:avLst>
              <a:gd name="adj" fmla="val 3947"/>
            </a:avLst>
          </a:prstGeom>
          <a:solidFill>
            <a:srgbClr val="F5F5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1945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517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4747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Limited daily scans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9319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Basic auto-detect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3891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Single device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2011680"/>
            <a:ext cx="3474720" cy="3931920"/>
          </a:xfrm>
          <a:prstGeom prst="roundRect">
            <a:avLst>
              <a:gd name="adj" fmla="val 3947"/>
            </a:avLst>
          </a:prstGeom>
          <a:solidFill>
            <a:srgbClr val="FFD4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89120" y="21945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6517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$4.99/mo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4747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Unlimited scans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9319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Voice commands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43891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All devices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48463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Priority detection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38160" y="2011680"/>
            <a:ext cx="3474720" cy="3931920"/>
          </a:xfrm>
          <a:prstGeom prst="roundRect">
            <a:avLst>
              <a:gd name="adj" fmla="val 3947"/>
            </a:avLst>
          </a:prstGeom>
          <a:solidFill>
            <a:srgbClr val="1A1A1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138160" y="21945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138160" y="26517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$9.99/mo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34747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Everything in Pro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39319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Up to 6 accounts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43891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Named companions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0" y="48463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Family dashboard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15% free-to-paid conversion  •  $8 average revenue per user  •  90%+ gross margin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Win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friction. Always there.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474720" y="20116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9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Little Circle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20116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Extensions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0" y="20116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Tools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5603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One-tap detection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5603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4C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5603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9144000" y="25603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063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on any app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3063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4C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063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0" y="30632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5661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available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474720" y="35661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4C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5661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35661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4069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Cross-device sync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474720" y="4069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4C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4069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0" y="4069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572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commands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474720" y="4572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4C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309360" y="4572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0" y="4572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0749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context switch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474720" y="50749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4C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309360" y="50749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0" y="50749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54864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solutions require uploading files, switching apps, or only work in browsers. We're the only solution that's always there, always ready, on every screen.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trust layer for the AI age.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2743200" cy="3291840"/>
          </a:xfrm>
          <a:prstGeom prst="roundRect">
            <a:avLst>
              <a:gd name="adj" fmla="val 5000"/>
            </a:avLst>
          </a:prstGeom>
          <a:solidFill>
            <a:srgbClr val="2C2C2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23774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D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43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3832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iOS &amp; Android apps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8404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Image detection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2976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Core companion UX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2194560"/>
            <a:ext cx="2743200" cy="3291840"/>
          </a:xfrm>
          <a:prstGeom prst="roundRect">
            <a:avLst>
              <a:gd name="adj" fmla="val 5000"/>
            </a:avLst>
          </a:prstGeom>
          <a:solidFill>
            <a:srgbClr val="2C2C2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83280" y="23774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D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2027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2743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33832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Video detection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38404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Voice commands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42976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Browser extension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2194560"/>
            <a:ext cx="2743200" cy="3291840"/>
          </a:xfrm>
          <a:prstGeom prst="roundRect">
            <a:avLst>
              <a:gd name="adj" fmla="val 5000"/>
            </a:avLst>
          </a:prstGeom>
          <a:solidFill>
            <a:srgbClr val="2C2C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09360" y="23774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D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2027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2743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3832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Text &amp; audio detection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8404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Smart TV apps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42976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Enterprise API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235440" y="2194560"/>
            <a:ext cx="2743200" cy="3291840"/>
          </a:xfrm>
          <a:prstGeom prst="roundRect">
            <a:avLst>
              <a:gd name="adj" fmla="val 5000"/>
            </a:avLst>
          </a:prstGeom>
          <a:solidFill>
            <a:srgbClr val="2C2C2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235440" y="23774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D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235440" y="2743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Dominate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418320" y="33832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Real-time call detection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418320" y="38404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Platform partnerships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418320" y="42976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Global expansion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371600" y="5760720"/>
            <a:ext cx="9601200" cy="45720"/>
          </a:xfrm>
          <a:prstGeom prst="rect">
            <a:avLst/>
          </a:prstGeom>
          <a:solidFill>
            <a:srgbClr val="444444"/>
          </a:solidFill>
          <a:ln/>
        </p:spPr>
      </p:sp>
      <p:sp>
        <p:nvSpPr>
          <p:cNvPr id="29" name="Shape 27"/>
          <p:cNvSpPr/>
          <p:nvPr/>
        </p:nvSpPr>
        <p:spPr>
          <a:xfrm>
            <a:off x="1485900" y="5669280"/>
            <a:ext cx="228600" cy="228600"/>
          </a:xfrm>
          <a:prstGeom prst="ellipse">
            <a:avLst/>
          </a:prstGeom>
          <a:solidFill>
            <a:srgbClr val="FFD4C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97280" y="59436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D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here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by </a:t>
            </a:r>
            <a:r>
              <a:rPr lang="en-US" sz="4000" b="1" dirty="0" smtClean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who cares </a:t>
            </a: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truth.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478834" y="2431786"/>
            <a:ext cx="1371600" cy="1371600"/>
          </a:xfrm>
          <a:prstGeom prst="ellipse">
            <a:avLst/>
          </a:prstGeom>
          <a:blipFill dpi="0" rotWithShape="1">
            <a:blip r:embed="rId3"/>
            <a:srcRect/>
            <a:stretch>
              <a:fillRect l="1000" t="-4000" r="-6000" b="-21000"/>
            </a:stretch>
          </a:blipFill>
          <a:ln/>
        </p:spPr>
      </p:sp>
      <p:sp>
        <p:nvSpPr>
          <p:cNvPr id="5" name="Text 3"/>
          <p:cNvSpPr txBox="1"/>
          <p:nvPr/>
        </p:nvSpPr>
        <p:spPr>
          <a:xfrm>
            <a:off x="3486796" y="4132052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 / Founder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400532" y="4502988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 smtClean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Opeyemi Ayeni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0" y="137160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$2.5M Seed Round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0" y="228600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D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build the trust layer for the AI age.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200400"/>
            <a:ext cx="2743200" cy="1828800"/>
          </a:xfrm>
          <a:prstGeom prst="roundRect">
            <a:avLst>
              <a:gd name="adj" fmla="val 7500"/>
            </a:avLst>
          </a:prstGeom>
          <a:solidFill>
            <a:srgbClr val="2C2C2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7200" y="33832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D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976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models, apps, infrastructure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3200400"/>
            <a:ext cx="2743200" cy="1828800"/>
          </a:xfrm>
          <a:prstGeom prst="roundRect">
            <a:avLst>
              <a:gd name="adj" fmla="val 7500"/>
            </a:avLst>
          </a:prstGeom>
          <a:solidFill>
            <a:srgbClr val="2C2C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83280" y="33832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D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3931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42976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UX, design, cross-platform development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3200400"/>
            <a:ext cx="2743200" cy="1828800"/>
          </a:xfrm>
          <a:prstGeom prst="roundRect">
            <a:avLst>
              <a:gd name="adj" fmla="val 7500"/>
            </a:avLst>
          </a:prstGeom>
          <a:solidFill>
            <a:srgbClr val="2C2C2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0" y="33832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D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931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42976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marketing, user acquisition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235440" y="3200400"/>
            <a:ext cx="2743200" cy="1828800"/>
          </a:xfrm>
          <a:prstGeom prst="roundRect">
            <a:avLst>
              <a:gd name="adj" fmla="val 7500"/>
            </a:avLst>
          </a:prstGeom>
          <a:solidFill>
            <a:srgbClr val="2C2C2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235440" y="33832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D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9235440" y="3931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326880" y="42976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Legal, compliance, overhead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0" y="54864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18-month runway to product-market fit and Series A metrics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0" y="10972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5715000" y="1554480"/>
            <a:ext cx="164592" cy="164592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6309360" y="1554480"/>
            <a:ext cx="164592" cy="164592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0" y="27432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world where you can't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what you see...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0" y="4023360"/>
            <a:ext cx="12188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give you a friend who can.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0" y="512064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D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Little Circle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0" y="62179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thelittlecircle.com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610</Words>
  <Application>Microsoft Office PowerPoint</Application>
  <PresentationFormat>Widescreen</PresentationFormat>
  <Paragraphs>168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The Little Circle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Little Circle - Pitch Deck</dc:title>
  <dc:subject>PptxGenJS Presentation</dc:subject>
  <dc:creator>The Little Circle</dc:creator>
  <cp:lastModifiedBy>PIZZY'S PC</cp:lastModifiedBy>
  <cp:revision>2</cp:revision>
  <dcterms:created xsi:type="dcterms:W3CDTF">2026-10-16T20:07:10Z</dcterms:created>
  <dcterms:modified xsi:type="dcterms:W3CDTF">2026-10-17T05:02:45Z</dcterms:modified>
</cp:coreProperties>
</file>