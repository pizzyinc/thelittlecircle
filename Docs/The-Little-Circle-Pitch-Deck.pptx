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1828800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1828800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3017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Little Circle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companion that tells you what's real.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thelittlecircle.com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tell what's real anymore.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people have seen AI content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thought was real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56032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C2C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566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deepfakes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last 2 years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56032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2C2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27432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4.7B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5661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users exposed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AI content daily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images, videos, voices, and text are everywhere — social media, news, dating apps, business communications. People are getting fooled daily, and it's only getting worse.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know.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Little Circle is an AI detection companion — a small floating circle that lives on your screen. Tap it, and it tells you instantly if what you're seeing is AI-generated.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228600" cy="2286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content — images, video, text, audio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28600" cy="2286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there, never in the way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228600" cy="2286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 syncs across all your devices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731520"/>
            <a:ext cx="4572000" cy="54864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0" y="4846320"/>
            <a:ext cx="822960" cy="822960"/>
          </a:xfrm>
          <a:prstGeom prst="ellipse">
            <a:avLst/>
          </a:prstGeom>
          <a:solidFill>
            <a:srgbClr val="FFD4C4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241280" y="5120640"/>
            <a:ext cx="109728" cy="1097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88752" y="5120640"/>
            <a:ext cx="109728" cy="10972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0" y="27432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there.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tap.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Seamless. Smart.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20240" y="2103120"/>
            <a:ext cx="731520" cy="731520"/>
          </a:xfrm>
          <a:prstGeom prst="ellipse">
            <a:avLst/>
          </a:prstGeom>
          <a:solidFill>
            <a:srgbClr val="FFD4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Something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scrolling your feed and spot content that might be AI.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103120"/>
            <a:ext cx="731520" cy="731520"/>
          </a:xfrm>
          <a:prstGeom prst="ellipse">
            <a:avLst/>
          </a:prstGeom>
          <a:solidFill>
            <a:srgbClr val="FFD4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Circle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on your companion. It scans what you're viewing.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731520" cy="731520"/>
          </a:xfrm>
          <a:prstGeom prst="ellipse">
            <a:avLst/>
          </a:prstGeom>
          <a:solidFill>
            <a:srgbClr val="FFD4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Instantly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 Real? You get the verdict in under 2 seconds.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852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 Detection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852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Tracking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852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Commands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5852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Sync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with a phone needs this.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$47B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digital trust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safety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2377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$8.2B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AI detection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verification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2C2C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2377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$850M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apps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content detection market is projected to grow 34% CAGR through 2030 as synthetic media becomes indistinguishable from reality.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with clear upgrade path.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931920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Limited daily scans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Basic auto-detect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Single device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474720" cy="3931920"/>
          </a:xfrm>
          <a:prstGeom prst="roundRect">
            <a:avLst>
              <a:gd name="adj" fmla="val 3947"/>
            </a:avLst>
          </a:prstGeom>
          <a:solidFill>
            <a:srgbClr val="FFD4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$4.99/mo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scans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Voice commands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389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devices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846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detection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011680"/>
            <a:ext cx="3474720" cy="3931920"/>
          </a:xfrm>
          <a:prstGeom prst="roundRect">
            <a:avLst>
              <a:gd name="adj" fmla="val 3947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Pro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 to 6 accounts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389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Named companions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846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Family dashboard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15% free-to-paid conversion  •  $8 average revenue per user  •  90%+ gross margin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friction. Always there.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Little Circle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Extensions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Tools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detection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app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available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sync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commands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 switch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require uploading files, switching apps, or only work in browsers. We're the only solution that's always there, always ready, on every screen.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trust layer for the AI age.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C2C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iOS &amp; Android apps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 detection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Core companion 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C2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Video detection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Voice commands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297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Browser extension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C2C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Text &amp; audio detection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Smart TV apps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297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Enterprise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219456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2C2C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354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call detection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Platform partnerships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4297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Global expansion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5760720"/>
            <a:ext cx="9601200" cy="4572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5669280"/>
            <a:ext cx="228600" cy="228600"/>
          </a:xfrm>
          <a:prstGeom prst="ellipse">
            <a:avLst/>
          </a:prstGeom>
          <a:solidFill>
            <a:srgbClr val="FFD4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97280" y="5943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people who care about truth.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691640" y="2103120"/>
            <a:ext cx="1371600" cy="137160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Founder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and background]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40680" y="2103120"/>
            <a:ext cx="1371600" cy="137160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[Technical co-founder]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9720" y="2103120"/>
            <a:ext cx="1371600" cy="1371600"/>
          </a:xfrm>
          <a:prstGeom prst="ellipse">
            <a:avLst/>
          </a:prstGeom>
          <a:solidFill>
            <a:srgbClr val="F5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Product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114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 leader]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team bios, relevant experience, and why you're the right team to build this.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$2.5M Seed Round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0" y="2286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the trust layer for the AI age.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models, apps, infrastructure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UX, design, cross-platform development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20040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marketing, user acquisition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3200400"/>
            <a:ext cx="2743200" cy="182880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compliance, overhead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to product-market fit and Series A metrics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1554480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1554480"/>
            <a:ext cx="164592" cy="16459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world where you can't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what you see...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0" y="40233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give you a friend who can.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0" y="5120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Little Circle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thelittlecircle.com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The Little Circle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Little Circle - Pitch Deck</dc:title>
  <dc:subject>PptxGenJS Presentation</dc:subject>
  <dc:creator>The Little Circle</dc:creator>
  <cp:lastModifiedBy>The Little Circle</cp:lastModifiedBy>
  <cp:revision>1</cp:revision>
  <dcterms:created xsi:type="dcterms:W3CDTF">2026-10-16T20:07:10Z</dcterms:created>
  <dcterms:modified xsi:type="dcterms:W3CDTF">2026-10-16T20:07:10Z</dcterms:modified>
</cp:coreProperties>
</file>